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E2395-38C6-1614-3CFD-9EC037C3B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6AC2E-E561-8443-B9CC-3719711DA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E30D8-3CB5-94DF-0E0B-B35C570C6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A4F05-85B5-BB42-9FC3-CBD7018959AB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B7910-B25C-018B-7F72-289911876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69E51-B084-6473-824D-2F9793890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21629-CA44-B042-8865-F596D6445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07BF-5F67-ED92-92DB-D24B9DE83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47C9B-06EA-2FFA-125F-709D3828B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0D2EB-67FD-E9F8-1555-B65FEBBFC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A4F05-85B5-BB42-9FC3-CBD7018959AB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D1FB7-B0BA-C257-1F7A-357C69BF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94E35-8277-CD10-C5BB-659969B3C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21629-CA44-B042-8865-F596D6445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23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102CE-8505-4074-D4CA-D6248DF54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68560-83D5-76D1-FFFD-B8ADA9871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0E5A3-2EA4-6C52-DF9E-AD2731CF6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A4F05-85B5-BB42-9FC3-CBD7018959AB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5A051-1275-7593-40C5-B614AE71D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ED1A1-E6E7-FA7C-9DBF-9DE9A823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21629-CA44-B042-8865-F596D6445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43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9036B-273A-7C8E-F697-80BDA1F73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E795D-64ED-6D8E-A737-C0100900C8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D73429-B48D-D0B1-BF11-A0665771A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5A566-FE32-BDD1-AEB7-C7923484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A4F05-85B5-BB42-9FC3-CBD7018959AB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5B924-09B3-2750-4494-71FA3A1E2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E2984-8BCB-04C7-E824-70CE3AD9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21629-CA44-B042-8865-F596D6445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97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64905-B953-403F-2719-D0732241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2E37C-9F02-00FB-49EB-0EB52146C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DB0AA-7BD3-CD0D-54B0-C66834DDB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21D53-5130-F4CA-9B26-7966ECAB3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E6420C-B16B-84A6-D472-411AD46F9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9A3FBF-D42E-C107-DA4B-41D6A84F0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A4F05-85B5-BB42-9FC3-CBD7018959AB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3FC228-2A7A-8845-6303-9636DA6A8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0DCC6C-3358-38E9-AE53-FD30A44AA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21629-CA44-B042-8865-F596D6445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772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32395-9914-C185-585E-C63074A2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2C679B-7E9C-44DF-06F4-3136F4EB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A4F05-85B5-BB42-9FC3-CBD7018959AB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76B1AA-8C44-E19A-2276-6CD438A2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0C0F9-8192-9D22-506A-FFCB5EDF2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21629-CA44-B042-8865-F596D6445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18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626137-AC4E-4933-576B-D842E5FAD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A4F05-85B5-BB42-9FC3-CBD7018959AB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ED0E49-4D13-0585-1B22-3F1D2F02C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CD492-B713-8C67-E0F6-91D64DB8D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21629-CA44-B042-8865-F596D6445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22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A97BF-D417-CAE8-C760-F5AF8574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E88B9-1626-405E-0967-9A3CE56A2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83D2C-573C-0A50-F7C0-F16372F9F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D3505-370D-CD38-CC29-F4EDC075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A4F05-85B5-BB42-9FC3-CBD7018959AB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D36D7-3917-F2EB-BDDC-A3D2039FA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F9491-9450-104B-171B-0AC5C4ADF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21629-CA44-B042-8865-F596D6445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1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4BCCB-99A9-857B-1961-921AEAB3C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EDFD12-B7C2-EDD7-691F-E1D07BE3E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B50AAA-7AE3-7CAF-F50C-E2786F7B8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BE3BF-FEC9-9F97-2284-60AA9CF90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A4F05-85B5-BB42-9FC3-CBD7018959AB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C8F21-0603-7EEE-8F88-7C1F3DD3F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061F-5113-1A19-91BC-7A1C88B7B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21629-CA44-B042-8865-F596D6445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34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AD97-8DB1-9DDE-CF5A-3E48E369D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EAB87-BCBC-FE45-1FD8-2F1C36B8A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BE8CB-7889-0FC5-D389-C2A89DF1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A4F05-85B5-BB42-9FC3-CBD7018959AB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61408-49EF-EE6D-F507-5BFDAF137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798E4-33A0-98D6-8B13-FD02DD694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21629-CA44-B042-8865-F596D6445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75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C9742-58F8-B2AC-4240-B80B0487E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4B4E9-EFE3-C676-ABDE-455FA4E93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1069C-796B-19CD-8BCB-835D3260E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A4F05-85B5-BB42-9FC3-CBD7018959AB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4A4D8-A179-3977-10AC-0B2748A27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4A6BF-336E-995A-FBA0-119CA2106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21629-CA44-B042-8865-F596D6445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93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43544C-811A-1286-58E5-E248B908A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B5A9B-F841-96F6-4365-9465308B3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5E329-F946-DCC4-DE09-895B2C4FB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A4F05-85B5-BB42-9FC3-CBD7018959AB}" type="datetimeFigureOut">
              <a:rPr lang="en-US" smtClean="0"/>
              <a:t>11/28/23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C66F9-B34B-F1FA-970E-DA2642167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A9B27-1AB6-4F54-349C-AA6E31320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21629-CA44-B042-8865-F596D6445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30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0FCCA7-8258-DDAA-9219-2B0CFB8E9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41" y="2040276"/>
            <a:ext cx="5985981" cy="39906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E03812-5F4D-F23F-10AC-6FDC799F8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345" y="2040276"/>
            <a:ext cx="5985981" cy="399065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0BA658C-FD48-5C4D-C94F-E7715FA36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Bacterial communities of </a:t>
            </a:r>
            <a:r>
              <a:rPr lang="en-US" sz="4000" dirty="0" err="1"/>
              <a:t>Quintos</a:t>
            </a:r>
            <a:r>
              <a:rPr lang="en-US" sz="4000" dirty="0"/>
              <a:t> vary by vegetation but not by grazing treatment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25163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24277-561E-AAFE-FA47-B99BE431A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49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Bacterial communities of Quintos vary by vegetation but not by grazing treatment.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Bacterial communities of Quintos vary by vegetation but not by grazing treatment. </dc:title>
  <dc:creator>Jennifer Adams Krumins</dc:creator>
  <cp:lastModifiedBy>Jennifer Adams Krumins</cp:lastModifiedBy>
  <cp:revision>2</cp:revision>
  <dcterms:created xsi:type="dcterms:W3CDTF">2023-11-28T21:03:42Z</dcterms:created>
  <dcterms:modified xsi:type="dcterms:W3CDTF">2023-11-28T21:11:37Z</dcterms:modified>
</cp:coreProperties>
</file>